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7" r:id="rId1"/>
  </p:sldMasterIdLst>
  <p:notesMasterIdLst>
    <p:notesMasterId r:id="rId2"/>
  </p:notesMasterIdLst>
  <p:handoutMasterIdLst>
    <p:handoutMasterId r:id="rId3"/>
  </p:handoutMaster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72" userDrawn="1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30" autoAdjust="0"/>
    <p:restoredTop sz="94660"/>
  </p:normalViewPr>
  <p:slideViewPr>
    <p:cSldViewPr showGuides="1">
      <p:cViewPr varScale="1">
        <p:scale>
          <a:sx n="157" d="100"/>
          <a:sy n="157" d="100"/>
        </p:scale>
        <p:origin x="168" y="216"/>
      </p:cViewPr>
      <p:guideLst>
        <p:guide orient="horz" pos="1620"/>
        <p:guide orient="horz" pos="191"/>
        <p:guide orient="horz" pos="854"/>
        <p:guide orient="horz" pos="821"/>
        <p:guide orient="horz" pos="3072"/>
        <p:guide orient="horz" pos="3151"/>
        <p:guide pos="2880"/>
        <p:guide pos="476"/>
        <p:guide pos="5193"/>
        <p:guide pos="546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0" d="100"/>
          <a:sy n="120" d="100"/>
        </p:scale>
        <p:origin x="5104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1C04954-C962-4CE3-9016-38A329BB74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1531F8-7E36-4888-B6FC-BB64C98DFA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5A441-3921-E84C-8F89-4019242469BD}" type="datetime1">
              <a:rPr lang="fr-FR" smtClean="0"/>
              <a:t>11/02/2026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10E2BF-636D-4402-9B85-23AE1C4F1B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Félix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7E2C0B-1A3D-4012-91F9-1EAAD896E0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E6C12-38BB-4E46-82EC-A1231C2A79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372894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A2C172C2-C1BC-7244-9DC3-CD22939629C3}" type="datetime1">
              <a:rPr lang="fr-FR" smtClean="0"/>
              <a:t>11/02/2026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r>
              <a:rPr lang="fr-FR"/>
              <a:t>Félix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AB99789E-D4C3-BD42-AC8B-A72E58102EA3}" type="datetime1">
              <a:rPr lang="fr-FR" smtClean="0"/>
              <a:t>11/02/2026</a:t>
            </a:fld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55936" y="3919897"/>
            <a:ext cx="3240000" cy="900000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/>
              <a:t>Intitulé de la direction/service interministérielle</a:t>
            </a:r>
          </a:p>
        </p:txBody>
      </p:sp>
      <p:pic>
        <p:nvPicPr>
          <p:cNvPr id="2" name="Picture 1" descr="A blue and white triangle logo&#10;&#10;AI-generated content may be incorrect.">
            <a:extLst>
              <a:ext uri="{FF2B5EF4-FFF2-40B4-BE49-F238E27FC236}">
                <a16:creationId xmlns:a16="http://schemas.microsoft.com/office/drawing/2014/main" id="{0DDC43C5-21C9-2E3F-21A7-60F66C4169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1560" y="699541"/>
            <a:ext cx="2304258" cy="129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2499742"/>
            <a:ext cx="8424000" cy="1300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84DAF18-DAAF-7F20-61DC-FBF2D50A88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BA754DAE-07DA-E940-86AC-B9A753A22F00}" type="datetime1">
              <a:rPr lang="fr-FR" cap="all" smtClean="0"/>
              <a:t>11/02/2026</a:t>
            </a:fld>
            <a:endParaRPr lang="fr-FR" cap="all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EC6E95C-49B7-D983-1654-B3AFBF2EE5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4D58C9A-ACF8-C573-F764-F35FA33BB1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2" name="Picture 1" descr="A blue and white triangle logo&#10;&#10;AI-generated content may be incorrect.">
            <a:extLst>
              <a:ext uri="{FF2B5EF4-FFF2-40B4-BE49-F238E27FC236}">
                <a16:creationId xmlns:a16="http://schemas.microsoft.com/office/drawing/2014/main" id="{722F1712-015E-7504-8232-07C122DAD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9998" y="627533"/>
            <a:ext cx="1763729" cy="992097"/>
          </a:xfrm>
          <a:prstGeom prst="rect">
            <a:avLst/>
          </a:prstGeom>
        </p:spPr>
      </p:pic>
      <p:sp>
        <p:nvSpPr>
          <p:cNvPr id="16" name="Sous-titre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60000" y="3849742"/>
            <a:ext cx="8424000" cy="573504"/>
          </a:xfrm>
        </p:spPr>
        <p:txBody>
          <a:bodyPr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1891968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12000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63999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21CDFD-3423-E800-48E8-B55E9353F516}"/>
              </a:ext>
            </a:extLst>
          </p:cNvPr>
          <p:cNvSpPr txBox="1"/>
          <p:nvPr userDrawn="1"/>
        </p:nvSpPr>
        <p:spPr>
          <a:xfrm>
            <a:off x="8364612" y="50261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960789-3A67-9FC0-371C-DCDE6B675A4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algn="r"/>
            <a:fld id="{6F3F4FF8-513E-D548-B1E5-96DE5B7FC684}" type="datetime1">
              <a:rPr lang="fr-FR" cap="all" smtClean="0"/>
              <a:t>11/02/2026</a:t>
            </a:fld>
            <a:endParaRPr lang="fr-FR" cap="all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FFD5151-6B14-01B6-9578-AEA01CFBAB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C0B80A0-35A5-0446-2450-2CBFC2D637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738000"/>
            <a:ext cx="8424000" cy="40464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0" indent="0">
              <a:buFontTx/>
              <a:buNone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fld id="{EC10C2F8-1444-2C4C-B869-68957538B787}" type="datetime1">
              <a:rPr lang="fr-FR" cap="all" smtClean="0"/>
              <a:t>11/02/2026</a:t>
            </a:fld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Sous-titre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9999" y="3884400"/>
            <a:ext cx="8424000" cy="600000"/>
          </a:xfrm>
        </p:spPr>
        <p:txBody>
          <a:bodyPr lIns="0"/>
          <a:lstStyle>
            <a:lvl1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fld id="{36262E12-C625-4145-BA7E-C89AFE103204}" type="datetime1">
              <a:rPr lang="fr-FR" cap="all" smtClean="0"/>
              <a:t>11/02/2026</a:t>
            </a:fld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Intitulé de la direction/service interministérielle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359998" y="1836000"/>
            <a:ext cx="8424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0" indent="0" algn="r">
              <a:spcAft>
                <a:spcPts val="0"/>
              </a:spcAft>
              <a:buFontTx/>
              <a:buNone/>
              <a:defRPr sz="750" b="1"/>
            </a:lvl1pPr>
            <a:lvl2pPr marL="0" indent="0" algn="r">
              <a:spcBef>
                <a:spcPts val="0"/>
              </a:spcBef>
              <a:spcAft>
                <a:spcPts val="0"/>
              </a:spcAft>
              <a:buFontTx/>
              <a:buNone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27675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fld id="{1F2E551D-A37D-184F-9AA2-886B963D4275}" type="datetime1">
              <a:rPr lang="fr-FR" cap="all" smtClean="0"/>
              <a:t>11/02/2026</a:t>
            </a:fld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/>
              <a:t>Intitulé de la direction/service interministérielle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359998" y="1836000"/>
            <a:ext cx="3995978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0" indent="0" algn="r">
              <a:spcAft>
                <a:spcPts val="0"/>
              </a:spcAft>
              <a:buFontTx/>
              <a:buNone/>
              <a:defRPr sz="750" b="1"/>
            </a:lvl1pPr>
            <a:lvl2pPr marL="0" indent="0" algn="r">
              <a:spcBef>
                <a:spcPts val="0"/>
              </a:spcBef>
              <a:spcAft>
                <a:spcPts val="0"/>
              </a:spcAft>
              <a:buFontTx/>
              <a:buNone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2" name="Espace réservé du contenu 8">
            <a:extLst>
              <a:ext uri="{FF2B5EF4-FFF2-40B4-BE49-F238E27FC236}">
                <a16:creationId xmlns:a16="http://schemas.microsoft.com/office/drawing/2014/main" id="{88AB1582-A798-A642-83D1-7CBC474D61C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4860032" y="1836000"/>
            <a:ext cx="391323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7073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fld id="{B62A83A3-1381-1E42-80A7-48C49ED5383E}" type="datetime1">
              <a:rPr lang="fr-FR" cap="all" smtClean="0"/>
              <a:t>11/02/2026</a:t>
            </a:fld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0" indent="0" algn="r">
              <a:spcAft>
                <a:spcPts val="0"/>
              </a:spcAft>
              <a:buFontTx/>
              <a:buNone/>
              <a:defRPr sz="750" b="1"/>
            </a:lvl1pPr>
            <a:lvl2pPr marL="0" indent="0" algn="r">
              <a:spcBef>
                <a:spcPts val="0"/>
              </a:spcBef>
              <a:spcAft>
                <a:spcPts val="0"/>
              </a:spcAft>
              <a:buFontTx/>
              <a:buNone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9999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12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64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fld id="{32DD598A-6E1D-DA46-99B1-E40888671289}" type="datetime1">
              <a:rPr lang="fr-FR" cap="all" smtClean="0"/>
              <a:t>11/02/2026</a:t>
            </a:fld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Intitulé de la direction/service interministérielle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09847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59999" y="900000"/>
            <a:ext cx="8424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9999" y="1836000"/>
            <a:ext cx="8424000" cy="257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fld id="{8E978E3E-BF53-4F45-87CA-C94875A03F09}" type="datetime1">
              <a:rPr lang="fr-FR" cap="all" smtClean="0"/>
              <a:t>11/02/2026</a:t>
            </a:fld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Intitulé de la direction/service interministérielle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ue and white triangle logo&#10;&#10;AI-generated content may be incorrect.">
            <a:extLst>
              <a:ext uri="{FF2B5EF4-FFF2-40B4-BE49-F238E27FC236}">
                <a16:creationId xmlns:a16="http://schemas.microsoft.com/office/drawing/2014/main" id="{A96181B2-1B0B-A4FC-C6A2-5D9BF8FE804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59999" y="123478"/>
            <a:ext cx="996484" cy="5605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14" r:id="rId5"/>
    <p:sldLayoutId id="2147483813" r:id="rId6"/>
    <p:sldLayoutId id="2147483809" r:id="rId7"/>
    <p:sldLayoutId id="2147483815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Generic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rianne_min_sg_atte_27-12-24.pptx" id="{C9E41DA7-B8F9-4212-BC96-0C977325361F}" vid="{6C2902E2-253A-4C65-B538-180C9817B25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Marianne</vt:lpstr>
      <vt:lpstr>Generic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</cp:coreProperties>
</file>